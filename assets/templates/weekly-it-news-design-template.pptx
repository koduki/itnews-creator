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463" r:id="rId5"/>
    <p:sldId id="464" r:id="rId13"/>
    <p:sldId id="465" r:id="rId14"/>
    <p:sldId id="466" r:id="rId15"/>
    <p:sldId id="467" r:id="rId16"/>
    <p:sldId id="468" r:id="rId17"/>
    <p:sldId id="469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EEB"/>
    <a:srgbClr val="000000"/>
    <a:srgbClr val="00FF94"/>
    <a:srgbClr val="66FF66"/>
    <a:srgbClr val="000811"/>
    <a:srgbClr val="1F1F1F"/>
    <a:srgbClr val="E6E6E6"/>
    <a:srgbClr val="D0D1D6"/>
    <a:srgbClr val="6A6D78"/>
    <a:srgbClr val="4472C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4A6CB-CA7E-42F2-AD7A-CAE1631C5A62}" v="2" dt="2026-03-15T10:11:50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75021" autoAdjust="0"/>
  </p:normalViewPr>
  <p:slideViewPr>
    <p:cSldViewPr snapToGrid="0">
      <p:cViewPr varScale="1">
        <p:scale>
          <a:sx n="95" d="100"/>
          <a:sy n="95" d="100"/>
        </p:scale>
        <p:origin x="150" y="78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uki" userId="224c7d37-80bf-46fe-b597-d93a7159eb77" providerId="ADAL" clId="{81108EB8-B1F4-409A-BEF2-C30324A915B3}"/>
    <pc:docChg chg="undo custSel addSld delSld modSld sldOrd">
      <pc:chgData name="koduki" userId="224c7d37-80bf-46fe-b597-d93a7159eb77" providerId="ADAL" clId="{81108EB8-B1F4-409A-BEF2-C30324A915B3}" dt="2026-03-15T11:06:35.990" v="18852" actId="22"/>
      <pc:docMkLst>
        <pc:docMk/>
      </pc:docMkLst>
      <pc:sldChg chg="modSp mod">
        <pc:chgData name="koduki" userId="224c7d37-80bf-46fe-b597-d93a7159eb77" providerId="ADAL" clId="{81108EB8-B1F4-409A-BEF2-C30324A915B3}" dt="2026-03-15T10:58:26.541" v="18840" actId="20577"/>
        <pc:sldMkLst>
          <pc:docMk/>
          <pc:sldMk cId="566770334" sldId="271"/>
        </pc:sldMkLst>
        <pc:spChg chg="mod">
          <ac:chgData name="koduki" userId="224c7d37-80bf-46fe-b597-d93a7159eb77" providerId="ADAL" clId="{81108EB8-B1F4-409A-BEF2-C30324A915B3}" dt="2026-03-15T10:58:26.541" v="18840" actId="20577"/>
          <ac:spMkLst>
            <pc:docMk/>
            <pc:sldMk cId="566770334" sldId="271"/>
            <ac:spMk id="6" creationId="{A19F0864-FD0C-469E-98BC-196726609C0C}"/>
          </ac:spMkLst>
        </pc:spChg>
      </pc:sldChg>
      <pc:sldChg chg="addSp delSp modSp mod">
        <pc:chgData name="koduki" userId="224c7d37-80bf-46fe-b597-d93a7159eb77" providerId="ADAL" clId="{81108EB8-B1F4-409A-BEF2-C30324A915B3}" dt="2026-03-15T10:58:39.324" v="18843" actId="1076"/>
        <pc:sldMkLst>
          <pc:docMk/>
          <pc:sldMk cId="3420467417" sldId="463"/>
        </pc:sldMkLst>
        <pc:spChg chg="mod">
          <ac:chgData name="koduki" userId="224c7d37-80bf-46fe-b597-d93a7159eb77" providerId="ADAL" clId="{81108EB8-B1F4-409A-BEF2-C30324A915B3}" dt="2026-03-08T09:41:16.222" v="16394" actId="20577"/>
          <ac:spMkLst>
            <pc:docMk/>
            <pc:sldMk cId="3420467417" sldId="463"/>
            <ac:spMk id="2" creationId="{F8C63BE1-6D47-4E59-8473-62AB70713848}"/>
          </ac:spMkLst>
        </pc:spChg>
        <pc:spChg chg="mod">
          <ac:chgData name="koduki" userId="224c7d37-80bf-46fe-b597-d93a7159eb77" providerId="ADAL" clId="{81108EB8-B1F4-409A-BEF2-C30324A915B3}" dt="2026-03-15T10:11:50.200" v="18617"/>
          <ac:spMkLst>
            <pc:docMk/>
            <pc:sldMk cId="3420467417" sldId="463"/>
            <ac:spMk id="5" creationId="{EBAE4CCB-3800-4976-A522-F7E5BFCC042E}"/>
          </ac:spMkLst>
        </pc:spChg>
        <pc:picChg chg="add mod">
          <ac:chgData name="koduki" userId="224c7d37-80bf-46fe-b597-d93a7159eb77" providerId="ADAL" clId="{81108EB8-B1F4-409A-BEF2-C30324A915B3}" dt="2026-03-15T10:58:39.324" v="18843" actId="1076"/>
          <ac:picMkLst>
            <pc:docMk/>
            <pc:sldMk cId="3420467417" sldId="463"/>
            <ac:picMk id="4" creationId="{6133B768-F227-6030-7DBB-E9EDC8879F48}"/>
          </ac:picMkLst>
        </pc:picChg>
        <pc:picChg chg="add del mod">
          <ac:chgData name="koduki" userId="224c7d37-80bf-46fe-b597-d93a7159eb77" providerId="ADAL" clId="{81108EB8-B1F4-409A-BEF2-C30324A915B3}" dt="2026-03-15T10:58:35.483" v="18841" actId="478"/>
          <ac:picMkLst>
            <pc:docMk/>
            <pc:sldMk cId="3420467417" sldId="463"/>
            <ac:picMk id="8" creationId="{1E116C67-8C32-1A36-4913-385C67CF06B0}"/>
          </ac:picMkLst>
        </pc:picChg>
      </pc:sldChg>
      <pc:sldChg chg="addSp delSp modSp del mod">
        <pc:chgData name="koduki" userId="224c7d37-80bf-46fe-b597-d93a7159eb77" providerId="ADAL" clId="{81108EB8-B1F4-409A-BEF2-C30324A915B3}" dt="2026-03-15T10:25:54.354" v="18693" actId="47"/>
        <pc:sldMkLst>
          <pc:docMk/>
          <pc:sldMk cId="1725409555" sldId="4627"/>
        </pc:sldMkLst>
      </pc:sldChg>
      <pc:sldChg chg="addSp delSp modSp add del mod">
        <pc:chgData name="koduki" userId="224c7d37-80bf-46fe-b597-d93a7159eb77" providerId="ADAL" clId="{81108EB8-B1F4-409A-BEF2-C30324A915B3}" dt="2026-03-15T10:25:54.354" v="18693" actId="47"/>
        <pc:sldMkLst>
          <pc:docMk/>
          <pc:sldMk cId="2177476181" sldId="4730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038075337" sldId="4758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339246157" sldId="4760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981653184" sldId="4761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965449854" sldId="4762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546346641" sldId="4763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960735356" sldId="4764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548627646" sldId="4765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173663076" sldId="4769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56126607" sldId="4770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41506175" sldId="4771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511700915" sldId="4772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766807131" sldId="4773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837127949" sldId="4774"/>
        </pc:sldMkLst>
      </pc:sldChg>
      <pc:sldChg chg="addSp delSp new del mod ord">
        <pc:chgData name="koduki" userId="224c7d37-80bf-46fe-b597-d93a7159eb77" providerId="ADAL" clId="{81108EB8-B1F4-409A-BEF2-C30324A915B3}" dt="2026-03-15T10:25:54.354" v="18693" actId="47"/>
        <pc:sldMkLst>
          <pc:docMk/>
          <pc:sldMk cId="168724095" sldId="4775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282066305" sldId="4776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994241725" sldId="4777"/>
        </pc:sldMkLst>
      </pc:sldChg>
      <pc:sldChg chg="addSp delSp modSp add del mod ord">
        <pc:chgData name="koduki" userId="224c7d37-80bf-46fe-b597-d93a7159eb77" providerId="ADAL" clId="{81108EB8-B1F4-409A-BEF2-C30324A915B3}" dt="2026-03-15T10:38:30.842" v="18725" actId="47"/>
        <pc:sldMkLst>
          <pc:docMk/>
          <pc:sldMk cId="2219823107" sldId="4778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695405457" sldId="4780"/>
        </pc:sldMkLst>
      </pc:sldChg>
      <pc:sldChg chg="addSp delSp modSp new del mod ord">
        <pc:chgData name="koduki" userId="224c7d37-80bf-46fe-b597-d93a7159eb77" providerId="ADAL" clId="{81108EB8-B1F4-409A-BEF2-C30324A915B3}" dt="2026-03-15T10:25:54.354" v="18693" actId="47"/>
        <pc:sldMkLst>
          <pc:docMk/>
          <pc:sldMk cId="538226687" sldId="4781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281736534" sldId="4782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348511801" sldId="4783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01780424" sldId="4784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579794020" sldId="4785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935025826" sldId="4786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94335363" sldId="4787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4266202071" sldId="4788"/>
        </pc:sldMkLst>
      </pc:sldChg>
      <pc:sldChg chg="addSp delSp modSp add del mod ord">
        <pc:chgData name="koduki" userId="224c7d37-80bf-46fe-b597-d93a7159eb77" providerId="ADAL" clId="{81108EB8-B1F4-409A-BEF2-C30324A915B3}" dt="2026-03-15T10:25:54.354" v="18693" actId="47"/>
        <pc:sldMkLst>
          <pc:docMk/>
          <pc:sldMk cId="1434065871" sldId="4789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37486655" sldId="4790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627586993" sldId="4791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1881753830" sldId="4792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809991073" sldId="4793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254346630" sldId="4794"/>
        </pc:sldMkLst>
      </pc:sldChg>
      <pc:sldChg chg="addSp del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296862058" sldId="4795"/>
        </pc:sldMkLst>
      </pc:sldChg>
      <pc:sldChg chg="addSp delSp modSp new del mod">
        <pc:chgData name="koduki" userId="224c7d37-80bf-46fe-b597-d93a7159eb77" providerId="ADAL" clId="{81108EB8-B1F4-409A-BEF2-C30324A915B3}" dt="2026-03-15T10:25:54.354" v="18693" actId="47"/>
        <pc:sldMkLst>
          <pc:docMk/>
          <pc:sldMk cId="3442235311" sldId="4796"/>
        </pc:sldMkLst>
      </pc:sldChg>
      <pc:sldChg chg="addSp delSp new mod">
        <pc:chgData name="koduki" userId="224c7d37-80bf-46fe-b597-d93a7159eb77" providerId="ADAL" clId="{81108EB8-B1F4-409A-BEF2-C30324A915B3}" dt="2026-03-15T10:12:25.231" v="18620" actId="22"/>
        <pc:sldMkLst>
          <pc:docMk/>
          <pc:sldMk cId="1681829377" sldId="4797"/>
        </pc:sldMkLst>
        <pc:spChg chg="del">
          <ac:chgData name="koduki" userId="224c7d37-80bf-46fe-b597-d93a7159eb77" providerId="ADAL" clId="{81108EB8-B1F4-409A-BEF2-C30324A915B3}" dt="2026-03-15T10:12:24.892" v="18619" actId="478"/>
          <ac:spMkLst>
            <pc:docMk/>
            <pc:sldMk cId="1681829377" sldId="4797"/>
            <ac:spMk id="2" creationId="{7E4EE8EE-BAB9-6379-D6DF-8F30356884F9}"/>
          </ac:spMkLst>
        </pc:spChg>
        <pc:spChg chg="del">
          <ac:chgData name="koduki" userId="224c7d37-80bf-46fe-b597-d93a7159eb77" providerId="ADAL" clId="{81108EB8-B1F4-409A-BEF2-C30324A915B3}" dt="2026-03-15T10:12:24.892" v="18619" actId="478"/>
          <ac:spMkLst>
            <pc:docMk/>
            <pc:sldMk cId="1681829377" sldId="4797"/>
            <ac:spMk id="3" creationId="{28252865-F44B-92A7-5930-D5307A5603F5}"/>
          </ac:spMkLst>
        </pc:spChg>
        <pc:picChg chg="add">
          <ac:chgData name="koduki" userId="224c7d37-80bf-46fe-b597-d93a7159eb77" providerId="ADAL" clId="{81108EB8-B1F4-409A-BEF2-C30324A915B3}" dt="2026-03-15T10:12:25.231" v="18620" actId="22"/>
          <ac:picMkLst>
            <pc:docMk/>
            <pc:sldMk cId="1681829377" sldId="4797"/>
            <ac:picMk id="5" creationId="{A6DD83AB-E40F-6140-F55B-E275B9CDEE90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15:23.599" v="18658" actId="1035"/>
        <pc:sldMkLst>
          <pc:docMk/>
          <pc:sldMk cId="868051600" sldId="4798"/>
        </pc:sldMkLst>
        <pc:spChg chg="del">
          <ac:chgData name="koduki" userId="224c7d37-80bf-46fe-b597-d93a7159eb77" providerId="ADAL" clId="{81108EB8-B1F4-409A-BEF2-C30324A915B3}" dt="2026-03-15T10:13:13.750" v="18622" actId="478"/>
          <ac:spMkLst>
            <pc:docMk/>
            <pc:sldMk cId="868051600" sldId="4798"/>
            <ac:spMk id="2" creationId="{82272D0E-EA8D-EC6D-B750-9C8D6384059E}"/>
          </ac:spMkLst>
        </pc:spChg>
        <pc:spChg chg="del">
          <ac:chgData name="koduki" userId="224c7d37-80bf-46fe-b597-d93a7159eb77" providerId="ADAL" clId="{81108EB8-B1F4-409A-BEF2-C30324A915B3}" dt="2026-03-15T10:13:13.750" v="18622" actId="478"/>
          <ac:spMkLst>
            <pc:docMk/>
            <pc:sldMk cId="868051600" sldId="4798"/>
            <ac:spMk id="3" creationId="{292D72AE-4E44-B9A5-1A62-5FFE96C627E6}"/>
          </ac:spMkLst>
        </pc:spChg>
        <pc:spChg chg="add mod">
          <ac:chgData name="koduki" userId="224c7d37-80bf-46fe-b597-d93a7159eb77" providerId="ADAL" clId="{81108EB8-B1F4-409A-BEF2-C30324A915B3}" dt="2026-03-15T10:15:23.599" v="18658" actId="1035"/>
          <ac:spMkLst>
            <pc:docMk/>
            <pc:sldMk cId="868051600" sldId="4798"/>
            <ac:spMk id="7" creationId="{3C1F5266-1D73-5049-C8F0-C86F1FABBFD2}"/>
          </ac:spMkLst>
        </pc:spChg>
        <pc:picChg chg="add mod">
          <ac:chgData name="koduki" userId="224c7d37-80bf-46fe-b597-d93a7159eb77" providerId="ADAL" clId="{81108EB8-B1F4-409A-BEF2-C30324A915B3}" dt="2026-03-15T10:15:11.757" v="18645" actId="1076"/>
          <ac:picMkLst>
            <pc:docMk/>
            <pc:sldMk cId="868051600" sldId="4798"/>
            <ac:picMk id="5" creationId="{4064DB3D-AF7B-6E99-CDBE-83DB2C22ADB8}"/>
          </ac:picMkLst>
        </pc:picChg>
      </pc:sldChg>
      <pc:sldChg chg="addSp delSp new mod">
        <pc:chgData name="koduki" userId="224c7d37-80bf-46fe-b597-d93a7159eb77" providerId="ADAL" clId="{81108EB8-B1F4-409A-BEF2-C30324A915B3}" dt="2026-03-15T10:16:44.903" v="18661" actId="22"/>
        <pc:sldMkLst>
          <pc:docMk/>
          <pc:sldMk cId="3616434112" sldId="4799"/>
        </pc:sldMkLst>
        <pc:spChg chg="del">
          <ac:chgData name="koduki" userId="224c7d37-80bf-46fe-b597-d93a7159eb77" providerId="ADAL" clId="{81108EB8-B1F4-409A-BEF2-C30324A915B3}" dt="2026-03-15T10:16:44.611" v="18660" actId="478"/>
          <ac:spMkLst>
            <pc:docMk/>
            <pc:sldMk cId="3616434112" sldId="4799"/>
            <ac:spMk id="2" creationId="{72159374-4A2B-067E-2198-F086834A448E}"/>
          </ac:spMkLst>
        </pc:spChg>
        <pc:spChg chg="del">
          <ac:chgData name="koduki" userId="224c7d37-80bf-46fe-b597-d93a7159eb77" providerId="ADAL" clId="{81108EB8-B1F4-409A-BEF2-C30324A915B3}" dt="2026-03-15T10:16:44.611" v="18660" actId="478"/>
          <ac:spMkLst>
            <pc:docMk/>
            <pc:sldMk cId="3616434112" sldId="4799"/>
            <ac:spMk id="3" creationId="{CF4E20CA-BF61-CF46-E8B6-8256C49D7B8D}"/>
          </ac:spMkLst>
        </pc:spChg>
        <pc:picChg chg="add">
          <ac:chgData name="koduki" userId="224c7d37-80bf-46fe-b597-d93a7159eb77" providerId="ADAL" clId="{81108EB8-B1F4-409A-BEF2-C30324A915B3}" dt="2026-03-15T10:16:44.903" v="18661" actId="22"/>
          <ac:picMkLst>
            <pc:docMk/>
            <pc:sldMk cId="3616434112" sldId="4799"/>
            <ac:picMk id="5" creationId="{44641EE0-CBAF-D870-8513-561ECA8E3352}"/>
          </ac:picMkLst>
        </pc:picChg>
      </pc:sldChg>
      <pc:sldChg chg="addSp delSp new mod">
        <pc:chgData name="koduki" userId="224c7d37-80bf-46fe-b597-d93a7159eb77" providerId="ADAL" clId="{81108EB8-B1F4-409A-BEF2-C30324A915B3}" dt="2026-03-15T10:17:48.257" v="18664" actId="22"/>
        <pc:sldMkLst>
          <pc:docMk/>
          <pc:sldMk cId="2287891500" sldId="4800"/>
        </pc:sldMkLst>
        <pc:spChg chg="del">
          <ac:chgData name="koduki" userId="224c7d37-80bf-46fe-b597-d93a7159eb77" providerId="ADAL" clId="{81108EB8-B1F4-409A-BEF2-C30324A915B3}" dt="2026-03-15T10:17:48.150" v="18663" actId="478"/>
          <ac:spMkLst>
            <pc:docMk/>
            <pc:sldMk cId="2287891500" sldId="4800"/>
            <ac:spMk id="2" creationId="{915345E1-545E-4FD7-465C-7C2415C67A01}"/>
          </ac:spMkLst>
        </pc:spChg>
        <pc:spChg chg="del">
          <ac:chgData name="koduki" userId="224c7d37-80bf-46fe-b597-d93a7159eb77" providerId="ADAL" clId="{81108EB8-B1F4-409A-BEF2-C30324A915B3}" dt="2026-03-15T10:17:48.150" v="18663" actId="478"/>
          <ac:spMkLst>
            <pc:docMk/>
            <pc:sldMk cId="2287891500" sldId="4800"/>
            <ac:spMk id="3" creationId="{8D3918B3-18F7-8946-C89F-797C595C04F6}"/>
          </ac:spMkLst>
        </pc:spChg>
        <pc:picChg chg="add">
          <ac:chgData name="koduki" userId="224c7d37-80bf-46fe-b597-d93a7159eb77" providerId="ADAL" clId="{81108EB8-B1F4-409A-BEF2-C30324A915B3}" dt="2026-03-15T10:17:48.257" v="18664" actId="22"/>
          <ac:picMkLst>
            <pc:docMk/>
            <pc:sldMk cId="2287891500" sldId="4800"/>
            <ac:picMk id="5" creationId="{0DA93577-F5AD-51A4-DBBC-4698D19EB460}"/>
          </ac:picMkLst>
        </pc:picChg>
      </pc:sldChg>
      <pc:sldChg chg="addSp delSp new mod ord">
        <pc:chgData name="koduki" userId="224c7d37-80bf-46fe-b597-d93a7159eb77" providerId="ADAL" clId="{81108EB8-B1F4-409A-BEF2-C30324A915B3}" dt="2026-03-15T10:19:53.618" v="18669"/>
        <pc:sldMkLst>
          <pc:docMk/>
          <pc:sldMk cId="508363189" sldId="4801"/>
        </pc:sldMkLst>
        <pc:spChg chg="del">
          <ac:chgData name="koduki" userId="224c7d37-80bf-46fe-b597-d93a7159eb77" providerId="ADAL" clId="{81108EB8-B1F4-409A-BEF2-C30324A915B3}" dt="2026-03-15T10:18:30.327" v="18666" actId="478"/>
          <ac:spMkLst>
            <pc:docMk/>
            <pc:sldMk cId="508363189" sldId="4801"/>
            <ac:spMk id="2" creationId="{2AD25C7F-BE7F-9746-6795-410E8628E740}"/>
          </ac:spMkLst>
        </pc:spChg>
        <pc:spChg chg="del">
          <ac:chgData name="koduki" userId="224c7d37-80bf-46fe-b597-d93a7159eb77" providerId="ADAL" clId="{81108EB8-B1F4-409A-BEF2-C30324A915B3}" dt="2026-03-15T10:18:30.327" v="18666" actId="478"/>
          <ac:spMkLst>
            <pc:docMk/>
            <pc:sldMk cId="508363189" sldId="4801"/>
            <ac:spMk id="3" creationId="{28330507-78A9-6A61-CD41-F9A1BD90F1B4}"/>
          </ac:spMkLst>
        </pc:spChg>
        <pc:picChg chg="add">
          <ac:chgData name="koduki" userId="224c7d37-80bf-46fe-b597-d93a7159eb77" providerId="ADAL" clId="{81108EB8-B1F4-409A-BEF2-C30324A915B3}" dt="2026-03-15T10:18:30.539" v="18667" actId="22"/>
          <ac:picMkLst>
            <pc:docMk/>
            <pc:sldMk cId="508363189" sldId="4801"/>
            <ac:picMk id="5" creationId="{83B69D44-1675-E177-8D4D-B9C8CB8AD14B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20:07.147" v="18674" actId="26606"/>
        <pc:sldMkLst>
          <pc:docMk/>
          <pc:sldMk cId="37171135" sldId="4802"/>
        </pc:sldMkLst>
        <pc:spChg chg="del">
          <ac:chgData name="koduki" userId="224c7d37-80bf-46fe-b597-d93a7159eb77" providerId="ADAL" clId="{81108EB8-B1F4-409A-BEF2-C30324A915B3}" dt="2026-03-15T10:20:04.660" v="18671" actId="478"/>
          <ac:spMkLst>
            <pc:docMk/>
            <pc:sldMk cId="37171135" sldId="4802"/>
            <ac:spMk id="2" creationId="{32E4732C-18F9-2E71-FCF7-595D0FA0C3B7}"/>
          </ac:spMkLst>
        </pc:spChg>
        <pc:spChg chg="del">
          <ac:chgData name="koduki" userId="224c7d37-80bf-46fe-b597-d93a7159eb77" providerId="ADAL" clId="{81108EB8-B1F4-409A-BEF2-C30324A915B3}" dt="2026-03-15T10:20:04.660" v="18671" actId="478"/>
          <ac:spMkLst>
            <pc:docMk/>
            <pc:sldMk cId="37171135" sldId="4802"/>
            <ac:spMk id="3" creationId="{16D8DF0D-613C-BF6B-703F-10BC5F0ABC63}"/>
          </ac:spMkLst>
        </pc:spChg>
        <pc:spChg chg="add">
          <ac:chgData name="koduki" userId="224c7d37-80bf-46fe-b597-d93a7159eb77" providerId="ADAL" clId="{81108EB8-B1F4-409A-BEF2-C30324A915B3}" dt="2026-03-15T10:20:07.147" v="18674" actId="26606"/>
          <ac:spMkLst>
            <pc:docMk/>
            <pc:sldMk cId="37171135" sldId="4802"/>
            <ac:spMk id="9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20:07.147" v="18674" actId="26606"/>
          <ac:picMkLst>
            <pc:docMk/>
            <pc:sldMk cId="37171135" sldId="4802"/>
            <ac:picMk id="4" creationId="{E4DCBD4D-0A87-1D76-A4BF-65EC1E837839}"/>
          </ac:picMkLst>
        </pc:picChg>
      </pc:sldChg>
      <pc:sldChg chg="addSp delSp new mod">
        <pc:chgData name="koduki" userId="224c7d37-80bf-46fe-b597-d93a7159eb77" providerId="ADAL" clId="{81108EB8-B1F4-409A-BEF2-C30324A915B3}" dt="2026-03-15T10:21:18.554" v="18677" actId="22"/>
        <pc:sldMkLst>
          <pc:docMk/>
          <pc:sldMk cId="3753164066" sldId="4803"/>
        </pc:sldMkLst>
        <pc:spChg chg="del">
          <ac:chgData name="koduki" userId="224c7d37-80bf-46fe-b597-d93a7159eb77" providerId="ADAL" clId="{81108EB8-B1F4-409A-BEF2-C30324A915B3}" dt="2026-03-15T10:21:18.239" v="18676" actId="478"/>
          <ac:spMkLst>
            <pc:docMk/>
            <pc:sldMk cId="3753164066" sldId="4803"/>
            <ac:spMk id="2" creationId="{0FAC2AC0-98EF-7484-7E40-D672AB33E0B2}"/>
          </ac:spMkLst>
        </pc:spChg>
        <pc:spChg chg="del">
          <ac:chgData name="koduki" userId="224c7d37-80bf-46fe-b597-d93a7159eb77" providerId="ADAL" clId="{81108EB8-B1F4-409A-BEF2-C30324A915B3}" dt="2026-03-15T10:21:18.239" v="18676" actId="478"/>
          <ac:spMkLst>
            <pc:docMk/>
            <pc:sldMk cId="3753164066" sldId="4803"/>
            <ac:spMk id="3" creationId="{12FF3D00-183F-5B19-07AB-E5F315F5210F}"/>
          </ac:spMkLst>
        </pc:spChg>
        <pc:picChg chg="add">
          <ac:chgData name="koduki" userId="224c7d37-80bf-46fe-b597-d93a7159eb77" providerId="ADAL" clId="{81108EB8-B1F4-409A-BEF2-C30324A915B3}" dt="2026-03-15T10:21:18.554" v="18677" actId="22"/>
          <ac:picMkLst>
            <pc:docMk/>
            <pc:sldMk cId="3753164066" sldId="4803"/>
            <ac:picMk id="5" creationId="{1E8988F0-92D5-3C3B-249E-45A85E061355}"/>
          </ac:picMkLst>
        </pc:picChg>
      </pc:sldChg>
      <pc:sldChg chg="addSp delSp new mod">
        <pc:chgData name="koduki" userId="224c7d37-80bf-46fe-b597-d93a7159eb77" providerId="ADAL" clId="{81108EB8-B1F4-409A-BEF2-C30324A915B3}" dt="2026-03-15T10:22:01.889" v="18680" actId="22"/>
        <pc:sldMkLst>
          <pc:docMk/>
          <pc:sldMk cId="851916311" sldId="4804"/>
        </pc:sldMkLst>
        <pc:spChg chg="del">
          <ac:chgData name="koduki" userId="224c7d37-80bf-46fe-b597-d93a7159eb77" providerId="ADAL" clId="{81108EB8-B1F4-409A-BEF2-C30324A915B3}" dt="2026-03-15T10:22:01.495" v="18679" actId="478"/>
          <ac:spMkLst>
            <pc:docMk/>
            <pc:sldMk cId="851916311" sldId="4804"/>
            <ac:spMk id="2" creationId="{1003DE2E-736F-693C-86F5-6B965EAC3027}"/>
          </ac:spMkLst>
        </pc:spChg>
        <pc:spChg chg="del">
          <ac:chgData name="koduki" userId="224c7d37-80bf-46fe-b597-d93a7159eb77" providerId="ADAL" clId="{81108EB8-B1F4-409A-BEF2-C30324A915B3}" dt="2026-03-15T10:22:01.495" v="18679" actId="478"/>
          <ac:spMkLst>
            <pc:docMk/>
            <pc:sldMk cId="851916311" sldId="4804"/>
            <ac:spMk id="3" creationId="{08A3837E-216E-E1A1-6DAA-DB01C0701190}"/>
          </ac:spMkLst>
        </pc:spChg>
        <pc:picChg chg="add">
          <ac:chgData name="koduki" userId="224c7d37-80bf-46fe-b597-d93a7159eb77" providerId="ADAL" clId="{81108EB8-B1F4-409A-BEF2-C30324A915B3}" dt="2026-03-15T10:22:01.889" v="18680" actId="22"/>
          <ac:picMkLst>
            <pc:docMk/>
            <pc:sldMk cId="851916311" sldId="4804"/>
            <ac:picMk id="5" creationId="{0732A746-583C-10BC-B172-93FCE5C7F82E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4:02.464" v="18686" actId="1076"/>
        <pc:sldMkLst>
          <pc:docMk/>
          <pc:sldMk cId="2479368318" sldId="4805"/>
        </pc:sldMkLst>
        <pc:spChg chg="del">
          <ac:chgData name="koduki" userId="224c7d37-80bf-46fe-b597-d93a7159eb77" providerId="ADAL" clId="{81108EB8-B1F4-409A-BEF2-C30324A915B3}" dt="2026-03-15T10:23:56.810" v="18682" actId="478"/>
          <ac:spMkLst>
            <pc:docMk/>
            <pc:sldMk cId="2479368318" sldId="4805"/>
            <ac:spMk id="2" creationId="{BD912E3F-BFAA-2D55-AEF8-99717F58F856}"/>
          </ac:spMkLst>
        </pc:spChg>
        <pc:spChg chg="del">
          <ac:chgData name="koduki" userId="224c7d37-80bf-46fe-b597-d93a7159eb77" providerId="ADAL" clId="{81108EB8-B1F4-409A-BEF2-C30324A915B3}" dt="2026-03-15T10:23:56.810" v="18682" actId="478"/>
          <ac:spMkLst>
            <pc:docMk/>
            <pc:sldMk cId="2479368318" sldId="4805"/>
            <ac:spMk id="3" creationId="{FA3DB7AD-E926-D74D-35E9-34E885389063}"/>
          </ac:spMkLst>
        </pc:spChg>
        <pc:picChg chg="add mod">
          <ac:chgData name="koduki" userId="224c7d37-80bf-46fe-b597-d93a7159eb77" providerId="ADAL" clId="{81108EB8-B1F4-409A-BEF2-C30324A915B3}" dt="2026-03-15T10:24:02.464" v="18686" actId="1076"/>
          <ac:picMkLst>
            <pc:docMk/>
            <pc:sldMk cId="2479368318" sldId="4805"/>
            <ac:picMk id="5" creationId="{B0759849-C733-867D-BAC1-C5F249B22F71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4:28.857" v="18692" actId="1076"/>
        <pc:sldMkLst>
          <pc:docMk/>
          <pc:sldMk cId="2055810632" sldId="4806"/>
        </pc:sldMkLst>
        <pc:spChg chg="del">
          <ac:chgData name="koduki" userId="224c7d37-80bf-46fe-b597-d93a7159eb77" providerId="ADAL" clId="{81108EB8-B1F4-409A-BEF2-C30324A915B3}" dt="2026-03-15T10:24:20.223" v="18688" actId="478"/>
          <ac:spMkLst>
            <pc:docMk/>
            <pc:sldMk cId="2055810632" sldId="4806"/>
            <ac:spMk id="2" creationId="{8B8FAD51-A35A-CDEA-E9E6-897B1764C7F9}"/>
          </ac:spMkLst>
        </pc:spChg>
        <pc:spChg chg="del">
          <ac:chgData name="koduki" userId="224c7d37-80bf-46fe-b597-d93a7159eb77" providerId="ADAL" clId="{81108EB8-B1F4-409A-BEF2-C30324A915B3}" dt="2026-03-15T10:24:20.223" v="18688" actId="478"/>
          <ac:spMkLst>
            <pc:docMk/>
            <pc:sldMk cId="2055810632" sldId="4806"/>
            <ac:spMk id="3" creationId="{BCF62944-C433-EA64-2CF1-8E742E447273}"/>
          </ac:spMkLst>
        </pc:spChg>
        <pc:picChg chg="add mod">
          <ac:chgData name="koduki" userId="224c7d37-80bf-46fe-b597-d93a7159eb77" providerId="ADAL" clId="{81108EB8-B1F4-409A-BEF2-C30324A915B3}" dt="2026-03-15T10:24:28.857" v="18692" actId="1076"/>
          <ac:picMkLst>
            <pc:docMk/>
            <pc:sldMk cId="2055810632" sldId="4806"/>
            <ac:picMk id="5" creationId="{02E0F253-AC27-3ECC-2027-8DA1526BBC50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6:27.080" v="18698" actId="14100"/>
        <pc:sldMkLst>
          <pc:docMk/>
          <pc:sldMk cId="493778010" sldId="4807"/>
        </pc:sldMkLst>
        <pc:spChg chg="del">
          <ac:chgData name="koduki" userId="224c7d37-80bf-46fe-b597-d93a7159eb77" providerId="ADAL" clId="{81108EB8-B1F4-409A-BEF2-C30324A915B3}" dt="2026-03-15T10:26:22.195" v="18695" actId="478"/>
          <ac:spMkLst>
            <pc:docMk/>
            <pc:sldMk cId="493778010" sldId="4807"/>
            <ac:spMk id="2" creationId="{4C8BA137-9558-BCF0-CDEF-3620E1F8A77B}"/>
          </ac:spMkLst>
        </pc:spChg>
        <pc:spChg chg="del">
          <ac:chgData name="koduki" userId="224c7d37-80bf-46fe-b597-d93a7159eb77" providerId="ADAL" clId="{81108EB8-B1F4-409A-BEF2-C30324A915B3}" dt="2026-03-15T10:26:22.195" v="18695" actId="478"/>
          <ac:spMkLst>
            <pc:docMk/>
            <pc:sldMk cId="493778010" sldId="4807"/>
            <ac:spMk id="3" creationId="{3FEABC6F-62DD-87B4-8533-8F6AB674E4E8}"/>
          </ac:spMkLst>
        </pc:spChg>
        <pc:picChg chg="add mod">
          <ac:chgData name="koduki" userId="224c7d37-80bf-46fe-b597-d93a7159eb77" providerId="ADAL" clId="{81108EB8-B1F4-409A-BEF2-C30324A915B3}" dt="2026-03-15T10:26:27.080" v="18698" actId="14100"/>
          <ac:picMkLst>
            <pc:docMk/>
            <pc:sldMk cId="493778010" sldId="4807"/>
            <ac:picMk id="5" creationId="{F5C60F7E-01F3-D4A6-5DCB-4AE0B460B353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7:47.090" v="18704" actId="1076"/>
        <pc:sldMkLst>
          <pc:docMk/>
          <pc:sldMk cId="479588179" sldId="4808"/>
        </pc:sldMkLst>
        <pc:spChg chg="del">
          <ac:chgData name="koduki" userId="224c7d37-80bf-46fe-b597-d93a7159eb77" providerId="ADAL" clId="{81108EB8-B1F4-409A-BEF2-C30324A915B3}" dt="2026-03-15T10:27:40.225" v="18700" actId="478"/>
          <ac:spMkLst>
            <pc:docMk/>
            <pc:sldMk cId="479588179" sldId="4808"/>
            <ac:spMk id="2" creationId="{C54A14AE-F700-3399-0419-CA3A62BA0A44}"/>
          </ac:spMkLst>
        </pc:spChg>
        <pc:spChg chg="del">
          <ac:chgData name="koduki" userId="224c7d37-80bf-46fe-b597-d93a7159eb77" providerId="ADAL" clId="{81108EB8-B1F4-409A-BEF2-C30324A915B3}" dt="2026-03-15T10:27:40.225" v="18700" actId="478"/>
          <ac:spMkLst>
            <pc:docMk/>
            <pc:sldMk cId="479588179" sldId="4808"/>
            <ac:spMk id="3" creationId="{62FA4EA6-64B4-665F-D0E3-4885EE9D225D}"/>
          </ac:spMkLst>
        </pc:spChg>
        <pc:picChg chg="add mod">
          <ac:chgData name="koduki" userId="224c7d37-80bf-46fe-b597-d93a7159eb77" providerId="ADAL" clId="{81108EB8-B1F4-409A-BEF2-C30324A915B3}" dt="2026-03-15T10:27:47.090" v="18704" actId="1076"/>
          <ac:picMkLst>
            <pc:docMk/>
            <pc:sldMk cId="479588179" sldId="4808"/>
            <ac:picMk id="5" creationId="{C117320F-BC8E-305E-57B5-83B80BD52134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28:48.007" v="18710" actId="1076"/>
        <pc:sldMkLst>
          <pc:docMk/>
          <pc:sldMk cId="1219141823" sldId="4809"/>
        </pc:sldMkLst>
        <pc:spChg chg="del">
          <ac:chgData name="koduki" userId="224c7d37-80bf-46fe-b597-d93a7159eb77" providerId="ADAL" clId="{81108EB8-B1F4-409A-BEF2-C30324A915B3}" dt="2026-03-15T10:28:42.248" v="18706" actId="478"/>
          <ac:spMkLst>
            <pc:docMk/>
            <pc:sldMk cId="1219141823" sldId="4809"/>
            <ac:spMk id="2" creationId="{FA9E8001-44D3-DC83-3A44-F65DF8005CB1}"/>
          </ac:spMkLst>
        </pc:spChg>
        <pc:spChg chg="del">
          <ac:chgData name="koduki" userId="224c7d37-80bf-46fe-b597-d93a7159eb77" providerId="ADAL" clId="{81108EB8-B1F4-409A-BEF2-C30324A915B3}" dt="2026-03-15T10:28:42.248" v="18706" actId="478"/>
          <ac:spMkLst>
            <pc:docMk/>
            <pc:sldMk cId="1219141823" sldId="4809"/>
            <ac:spMk id="3" creationId="{C826180C-A4E3-F985-AAFC-478101799B7F}"/>
          </ac:spMkLst>
        </pc:spChg>
        <pc:picChg chg="add mod">
          <ac:chgData name="koduki" userId="224c7d37-80bf-46fe-b597-d93a7159eb77" providerId="ADAL" clId="{81108EB8-B1F4-409A-BEF2-C30324A915B3}" dt="2026-03-15T10:28:48.007" v="18710" actId="1076"/>
          <ac:picMkLst>
            <pc:docMk/>
            <pc:sldMk cId="1219141823" sldId="4809"/>
            <ac:picMk id="5" creationId="{0DEF522F-5D88-05C4-49C7-A5CE3D088F08}"/>
          </ac:picMkLst>
        </pc:picChg>
      </pc:sldChg>
      <pc:sldChg chg="addSp delSp new mod ord">
        <pc:chgData name="koduki" userId="224c7d37-80bf-46fe-b597-d93a7159eb77" providerId="ADAL" clId="{81108EB8-B1F4-409A-BEF2-C30324A915B3}" dt="2026-03-15T10:37:32.730" v="18720"/>
        <pc:sldMkLst>
          <pc:docMk/>
          <pc:sldMk cId="3229553213" sldId="4810"/>
        </pc:sldMkLst>
        <pc:spChg chg="del">
          <ac:chgData name="koduki" userId="224c7d37-80bf-46fe-b597-d93a7159eb77" providerId="ADAL" clId="{81108EB8-B1F4-409A-BEF2-C30324A915B3}" dt="2026-03-15T10:30:43.803" v="18712" actId="478"/>
          <ac:spMkLst>
            <pc:docMk/>
            <pc:sldMk cId="3229553213" sldId="4810"/>
            <ac:spMk id="2" creationId="{F15F13DA-018D-5DA4-D0CD-C2A826C7A875}"/>
          </ac:spMkLst>
        </pc:spChg>
        <pc:spChg chg="del">
          <ac:chgData name="koduki" userId="224c7d37-80bf-46fe-b597-d93a7159eb77" providerId="ADAL" clId="{81108EB8-B1F4-409A-BEF2-C30324A915B3}" dt="2026-03-15T10:30:43.803" v="18712" actId="478"/>
          <ac:spMkLst>
            <pc:docMk/>
            <pc:sldMk cId="3229553213" sldId="4810"/>
            <ac:spMk id="3" creationId="{87812C43-A656-B63E-CF50-EEDF0F589E86}"/>
          </ac:spMkLst>
        </pc:spChg>
        <pc:picChg chg="add">
          <ac:chgData name="koduki" userId="224c7d37-80bf-46fe-b597-d93a7159eb77" providerId="ADAL" clId="{81108EB8-B1F4-409A-BEF2-C30324A915B3}" dt="2026-03-15T10:30:44.019" v="18713" actId="22"/>
          <ac:picMkLst>
            <pc:docMk/>
            <pc:sldMk cId="3229553213" sldId="4810"/>
            <ac:picMk id="5" creationId="{3FACBCE4-AE5A-4154-A3EE-C38BDCDA07F8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36:18.678" v="18718" actId="14100"/>
        <pc:sldMkLst>
          <pc:docMk/>
          <pc:sldMk cId="863714637" sldId="4811"/>
        </pc:sldMkLst>
        <pc:spChg chg="del">
          <ac:chgData name="koduki" userId="224c7d37-80bf-46fe-b597-d93a7159eb77" providerId="ADAL" clId="{81108EB8-B1F4-409A-BEF2-C30324A915B3}" dt="2026-03-15T10:36:14.008" v="18715" actId="478"/>
          <ac:spMkLst>
            <pc:docMk/>
            <pc:sldMk cId="863714637" sldId="4811"/>
            <ac:spMk id="2" creationId="{4D89859B-DD4C-51B9-8F89-3D6E827A7DE7}"/>
          </ac:spMkLst>
        </pc:spChg>
        <pc:spChg chg="del">
          <ac:chgData name="koduki" userId="224c7d37-80bf-46fe-b597-d93a7159eb77" providerId="ADAL" clId="{81108EB8-B1F4-409A-BEF2-C30324A915B3}" dt="2026-03-15T10:36:14.008" v="18715" actId="478"/>
          <ac:spMkLst>
            <pc:docMk/>
            <pc:sldMk cId="863714637" sldId="4811"/>
            <ac:spMk id="3" creationId="{71178E2F-A88D-F874-02CB-22A5F30F0BA9}"/>
          </ac:spMkLst>
        </pc:spChg>
        <pc:picChg chg="add mod">
          <ac:chgData name="koduki" userId="224c7d37-80bf-46fe-b597-d93a7159eb77" providerId="ADAL" clId="{81108EB8-B1F4-409A-BEF2-C30324A915B3}" dt="2026-03-15T10:36:18.678" v="18718" actId="14100"/>
          <ac:picMkLst>
            <pc:docMk/>
            <pc:sldMk cId="863714637" sldId="4811"/>
            <ac:picMk id="5" creationId="{056E2FE1-279A-D309-7F99-1E093995D43D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37:39.624" v="18724" actId="26606"/>
        <pc:sldMkLst>
          <pc:docMk/>
          <pc:sldMk cId="3049008478" sldId="4812"/>
        </pc:sldMkLst>
        <pc:spChg chg="del">
          <ac:chgData name="koduki" userId="224c7d37-80bf-46fe-b597-d93a7159eb77" providerId="ADAL" clId="{81108EB8-B1F4-409A-BEF2-C30324A915B3}" dt="2026-03-15T10:37:38.125" v="18722" actId="478"/>
          <ac:spMkLst>
            <pc:docMk/>
            <pc:sldMk cId="3049008478" sldId="4812"/>
            <ac:spMk id="2" creationId="{BE4DAC2A-8414-9E9F-91F2-DFB35FDCA80B}"/>
          </ac:spMkLst>
        </pc:spChg>
        <pc:spChg chg="del">
          <ac:chgData name="koduki" userId="224c7d37-80bf-46fe-b597-d93a7159eb77" providerId="ADAL" clId="{81108EB8-B1F4-409A-BEF2-C30324A915B3}" dt="2026-03-15T10:37:38.125" v="18722" actId="478"/>
          <ac:spMkLst>
            <pc:docMk/>
            <pc:sldMk cId="3049008478" sldId="4812"/>
            <ac:spMk id="3" creationId="{8760A097-4E62-4945-D1FF-3B74CD0B55A4}"/>
          </ac:spMkLst>
        </pc:spChg>
        <pc:spChg chg="add">
          <ac:chgData name="koduki" userId="224c7d37-80bf-46fe-b597-d93a7159eb77" providerId="ADAL" clId="{81108EB8-B1F4-409A-BEF2-C30324A915B3}" dt="2026-03-15T10:37:39.624" v="18724" actId="26606"/>
          <ac:spMkLst>
            <pc:docMk/>
            <pc:sldMk cId="3049008478" sldId="4812"/>
            <ac:spMk id="10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37:39.624" v="18724" actId="26606"/>
          <ac:picMkLst>
            <pc:docMk/>
            <pc:sldMk cId="3049008478" sldId="4812"/>
            <ac:picMk id="5" creationId="{B4E1E77F-E4EA-FFA7-F4B3-BFE50243733A}"/>
          </ac:picMkLst>
        </pc:picChg>
      </pc:sldChg>
      <pc:sldChg chg="addSp delSp new mod">
        <pc:chgData name="koduki" userId="224c7d37-80bf-46fe-b597-d93a7159eb77" providerId="ADAL" clId="{81108EB8-B1F4-409A-BEF2-C30324A915B3}" dt="2026-03-15T10:38:35.995" v="18728" actId="22"/>
        <pc:sldMkLst>
          <pc:docMk/>
          <pc:sldMk cId="3915077680" sldId="4813"/>
        </pc:sldMkLst>
        <pc:spChg chg="del">
          <ac:chgData name="koduki" userId="224c7d37-80bf-46fe-b597-d93a7159eb77" providerId="ADAL" clId="{81108EB8-B1F4-409A-BEF2-C30324A915B3}" dt="2026-03-15T10:38:35.793" v="18727" actId="478"/>
          <ac:spMkLst>
            <pc:docMk/>
            <pc:sldMk cId="3915077680" sldId="4813"/>
            <ac:spMk id="2" creationId="{F45B2073-4829-FC0F-0C47-DE407C706978}"/>
          </ac:spMkLst>
        </pc:spChg>
        <pc:spChg chg="del">
          <ac:chgData name="koduki" userId="224c7d37-80bf-46fe-b597-d93a7159eb77" providerId="ADAL" clId="{81108EB8-B1F4-409A-BEF2-C30324A915B3}" dt="2026-03-15T10:38:35.793" v="18727" actId="478"/>
          <ac:spMkLst>
            <pc:docMk/>
            <pc:sldMk cId="3915077680" sldId="4813"/>
            <ac:spMk id="3" creationId="{7A3A166D-480F-E441-AB45-0894F42A60EB}"/>
          </ac:spMkLst>
        </pc:spChg>
        <pc:picChg chg="add">
          <ac:chgData name="koduki" userId="224c7d37-80bf-46fe-b597-d93a7159eb77" providerId="ADAL" clId="{81108EB8-B1F4-409A-BEF2-C30324A915B3}" dt="2026-03-15T10:38:35.995" v="18728" actId="22"/>
          <ac:picMkLst>
            <pc:docMk/>
            <pc:sldMk cId="3915077680" sldId="4813"/>
            <ac:picMk id="5" creationId="{34A63051-3364-2BF1-69A6-C12CF233F11F}"/>
          </ac:picMkLst>
        </pc:picChg>
      </pc:sldChg>
      <pc:sldChg chg="addSp delSp new mod">
        <pc:chgData name="koduki" userId="224c7d37-80bf-46fe-b597-d93a7159eb77" providerId="ADAL" clId="{81108EB8-B1F4-409A-BEF2-C30324A915B3}" dt="2026-03-15T10:39:06.493" v="18733" actId="22"/>
        <pc:sldMkLst>
          <pc:docMk/>
          <pc:sldMk cId="1667240" sldId="4814"/>
        </pc:sldMkLst>
        <pc:spChg chg="del">
          <ac:chgData name="koduki" userId="224c7d37-80bf-46fe-b597-d93a7159eb77" providerId="ADAL" clId="{81108EB8-B1F4-409A-BEF2-C30324A915B3}" dt="2026-03-15T10:39:06.245" v="18732" actId="478"/>
          <ac:spMkLst>
            <pc:docMk/>
            <pc:sldMk cId="1667240" sldId="4814"/>
            <ac:spMk id="2" creationId="{E46D0536-5065-5AB2-515E-9A14688C06B3}"/>
          </ac:spMkLst>
        </pc:spChg>
        <pc:spChg chg="del">
          <ac:chgData name="koduki" userId="224c7d37-80bf-46fe-b597-d93a7159eb77" providerId="ADAL" clId="{81108EB8-B1F4-409A-BEF2-C30324A915B3}" dt="2026-03-15T10:39:06.245" v="18732" actId="478"/>
          <ac:spMkLst>
            <pc:docMk/>
            <pc:sldMk cId="1667240" sldId="4814"/>
            <ac:spMk id="3" creationId="{F80BC025-C117-812D-2AA1-4869E264DEFD}"/>
          </ac:spMkLst>
        </pc:spChg>
        <pc:picChg chg="add">
          <ac:chgData name="koduki" userId="224c7d37-80bf-46fe-b597-d93a7159eb77" providerId="ADAL" clId="{81108EB8-B1F4-409A-BEF2-C30324A915B3}" dt="2026-03-15T10:39:06.493" v="18733" actId="22"/>
          <ac:picMkLst>
            <pc:docMk/>
            <pc:sldMk cId="1667240" sldId="4814"/>
            <ac:picMk id="5" creationId="{9F5CCADF-9570-C143-F1D7-C3058AB55F2E}"/>
          </ac:picMkLst>
        </pc:picChg>
      </pc:sldChg>
      <pc:sldChg chg="new del">
        <pc:chgData name="koduki" userId="224c7d37-80bf-46fe-b597-d93a7159eb77" providerId="ADAL" clId="{81108EB8-B1F4-409A-BEF2-C30324A915B3}" dt="2026-03-15T10:39:02.246" v="18730" actId="680"/>
        <pc:sldMkLst>
          <pc:docMk/>
          <pc:sldMk cId="3441953391" sldId="4814"/>
        </pc:sldMkLst>
      </pc:sldChg>
      <pc:sldChg chg="addSp delSp modSp new mod">
        <pc:chgData name="koduki" userId="224c7d37-80bf-46fe-b597-d93a7159eb77" providerId="ADAL" clId="{81108EB8-B1F4-409A-BEF2-C30324A915B3}" dt="2026-03-15T10:40:35.901" v="18739" actId="1076"/>
        <pc:sldMkLst>
          <pc:docMk/>
          <pc:sldMk cId="2864913021" sldId="4815"/>
        </pc:sldMkLst>
        <pc:spChg chg="del">
          <ac:chgData name="koduki" userId="224c7d37-80bf-46fe-b597-d93a7159eb77" providerId="ADAL" clId="{81108EB8-B1F4-409A-BEF2-C30324A915B3}" dt="2026-03-15T10:40:28.736" v="18735" actId="478"/>
          <ac:spMkLst>
            <pc:docMk/>
            <pc:sldMk cId="2864913021" sldId="4815"/>
            <ac:spMk id="2" creationId="{D2E4E52F-591B-B06A-4FA1-CCC0C7D47C42}"/>
          </ac:spMkLst>
        </pc:spChg>
        <pc:spChg chg="del">
          <ac:chgData name="koduki" userId="224c7d37-80bf-46fe-b597-d93a7159eb77" providerId="ADAL" clId="{81108EB8-B1F4-409A-BEF2-C30324A915B3}" dt="2026-03-15T10:40:28.736" v="18735" actId="478"/>
          <ac:spMkLst>
            <pc:docMk/>
            <pc:sldMk cId="2864913021" sldId="4815"/>
            <ac:spMk id="3" creationId="{C2DAC2BC-6064-9307-45F0-8B36A5AF50CD}"/>
          </ac:spMkLst>
        </pc:spChg>
        <pc:picChg chg="add mod">
          <ac:chgData name="koduki" userId="224c7d37-80bf-46fe-b597-d93a7159eb77" providerId="ADAL" clId="{81108EB8-B1F4-409A-BEF2-C30324A915B3}" dt="2026-03-15T10:40:35.901" v="18739" actId="1076"/>
          <ac:picMkLst>
            <pc:docMk/>
            <pc:sldMk cId="2864913021" sldId="4815"/>
            <ac:picMk id="5" creationId="{0C9F0ADD-135D-BD26-05A4-B1B21B516427}"/>
          </ac:picMkLst>
        </pc:picChg>
      </pc:sldChg>
      <pc:sldChg chg="addSp delSp new mod">
        <pc:chgData name="koduki" userId="224c7d37-80bf-46fe-b597-d93a7159eb77" providerId="ADAL" clId="{81108EB8-B1F4-409A-BEF2-C30324A915B3}" dt="2026-03-15T10:42:32.837" v="18742" actId="22"/>
        <pc:sldMkLst>
          <pc:docMk/>
          <pc:sldMk cId="3147836992" sldId="4816"/>
        </pc:sldMkLst>
        <pc:spChg chg="del">
          <ac:chgData name="koduki" userId="224c7d37-80bf-46fe-b597-d93a7159eb77" providerId="ADAL" clId="{81108EB8-B1F4-409A-BEF2-C30324A915B3}" dt="2026-03-15T10:42:32.607" v="18741" actId="478"/>
          <ac:spMkLst>
            <pc:docMk/>
            <pc:sldMk cId="3147836992" sldId="4816"/>
            <ac:spMk id="2" creationId="{9BBE826A-3430-1887-8636-57B467DEFF85}"/>
          </ac:spMkLst>
        </pc:spChg>
        <pc:spChg chg="del">
          <ac:chgData name="koduki" userId="224c7d37-80bf-46fe-b597-d93a7159eb77" providerId="ADAL" clId="{81108EB8-B1F4-409A-BEF2-C30324A915B3}" dt="2026-03-15T10:42:32.607" v="18741" actId="478"/>
          <ac:spMkLst>
            <pc:docMk/>
            <pc:sldMk cId="3147836992" sldId="4816"/>
            <ac:spMk id="3" creationId="{12C0D4E0-1C26-EA12-996D-67D9603284D9}"/>
          </ac:spMkLst>
        </pc:spChg>
        <pc:picChg chg="add">
          <ac:chgData name="koduki" userId="224c7d37-80bf-46fe-b597-d93a7159eb77" providerId="ADAL" clId="{81108EB8-B1F4-409A-BEF2-C30324A915B3}" dt="2026-03-15T10:42:32.837" v="18742" actId="22"/>
          <ac:picMkLst>
            <pc:docMk/>
            <pc:sldMk cId="3147836992" sldId="4816"/>
            <ac:picMk id="5" creationId="{3F8346A2-D5AF-3EB3-272D-FEEF27F44E5A}"/>
          </ac:picMkLst>
        </pc:picChg>
      </pc:sldChg>
      <pc:sldChg chg="addSp delSp new mod">
        <pc:chgData name="koduki" userId="224c7d37-80bf-46fe-b597-d93a7159eb77" providerId="ADAL" clId="{81108EB8-B1F4-409A-BEF2-C30324A915B3}" dt="2026-03-15T10:44:42.812" v="18745" actId="22"/>
        <pc:sldMkLst>
          <pc:docMk/>
          <pc:sldMk cId="1855965550" sldId="4817"/>
        </pc:sldMkLst>
        <pc:spChg chg="del">
          <ac:chgData name="koduki" userId="224c7d37-80bf-46fe-b597-d93a7159eb77" providerId="ADAL" clId="{81108EB8-B1F4-409A-BEF2-C30324A915B3}" dt="2026-03-15T10:44:42.600" v="18744" actId="478"/>
          <ac:spMkLst>
            <pc:docMk/>
            <pc:sldMk cId="1855965550" sldId="4817"/>
            <ac:spMk id="2" creationId="{E97ADFF3-DD80-F3B8-3860-9BCAA8DA036D}"/>
          </ac:spMkLst>
        </pc:spChg>
        <pc:spChg chg="del">
          <ac:chgData name="koduki" userId="224c7d37-80bf-46fe-b597-d93a7159eb77" providerId="ADAL" clId="{81108EB8-B1F4-409A-BEF2-C30324A915B3}" dt="2026-03-15T10:44:42.600" v="18744" actId="478"/>
          <ac:spMkLst>
            <pc:docMk/>
            <pc:sldMk cId="1855965550" sldId="4817"/>
            <ac:spMk id="3" creationId="{77A0D0CB-8015-76D0-00FC-DB1B1EC1A9D0}"/>
          </ac:spMkLst>
        </pc:spChg>
        <pc:picChg chg="add">
          <ac:chgData name="koduki" userId="224c7d37-80bf-46fe-b597-d93a7159eb77" providerId="ADAL" clId="{81108EB8-B1F4-409A-BEF2-C30324A915B3}" dt="2026-03-15T10:44:42.812" v="18745" actId="22"/>
          <ac:picMkLst>
            <pc:docMk/>
            <pc:sldMk cId="1855965550" sldId="4817"/>
            <ac:picMk id="5" creationId="{A488A106-F51A-F6D6-57FC-6D0275F073E1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46:04.810" v="18753" actId="1076"/>
        <pc:sldMkLst>
          <pc:docMk/>
          <pc:sldMk cId="1539871767" sldId="4818"/>
        </pc:sldMkLst>
        <pc:spChg chg="del">
          <ac:chgData name="koduki" userId="224c7d37-80bf-46fe-b597-d93a7159eb77" providerId="ADAL" clId="{81108EB8-B1F4-409A-BEF2-C30324A915B3}" dt="2026-03-15T10:45:33.025" v="18747" actId="478"/>
          <ac:spMkLst>
            <pc:docMk/>
            <pc:sldMk cId="1539871767" sldId="4818"/>
            <ac:spMk id="2" creationId="{584D7CED-73D5-DEE2-4246-4609B5154508}"/>
          </ac:spMkLst>
        </pc:spChg>
        <pc:spChg chg="del">
          <ac:chgData name="koduki" userId="224c7d37-80bf-46fe-b597-d93a7159eb77" providerId="ADAL" clId="{81108EB8-B1F4-409A-BEF2-C30324A915B3}" dt="2026-03-15T10:45:33.025" v="18747" actId="478"/>
          <ac:spMkLst>
            <pc:docMk/>
            <pc:sldMk cId="1539871767" sldId="4818"/>
            <ac:spMk id="3" creationId="{B5C77013-52E1-A725-F4FF-F405F92C8A33}"/>
          </ac:spMkLst>
        </pc:spChg>
        <pc:picChg chg="add mod">
          <ac:chgData name="koduki" userId="224c7d37-80bf-46fe-b597-d93a7159eb77" providerId="ADAL" clId="{81108EB8-B1F4-409A-BEF2-C30324A915B3}" dt="2026-03-15T10:45:35.603" v="18749" actId="1076"/>
          <ac:picMkLst>
            <pc:docMk/>
            <pc:sldMk cId="1539871767" sldId="4818"/>
            <ac:picMk id="5" creationId="{3F47A803-79D4-AEDE-1CE4-7947CC64E817}"/>
          </ac:picMkLst>
        </pc:picChg>
        <pc:picChg chg="add mod">
          <ac:chgData name="koduki" userId="224c7d37-80bf-46fe-b597-d93a7159eb77" providerId="ADAL" clId="{81108EB8-B1F4-409A-BEF2-C30324A915B3}" dt="2026-03-15T10:45:49.756" v="18751" actId="1076"/>
          <ac:picMkLst>
            <pc:docMk/>
            <pc:sldMk cId="1539871767" sldId="4818"/>
            <ac:picMk id="7" creationId="{3E042394-59B0-3FDE-6502-DB805E760CA8}"/>
          </ac:picMkLst>
        </pc:picChg>
        <pc:picChg chg="add mod">
          <ac:chgData name="koduki" userId="224c7d37-80bf-46fe-b597-d93a7159eb77" providerId="ADAL" clId="{81108EB8-B1F4-409A-BEF2-C30324A915B3}" dt="2026-03-15T10:46:04.810" v="18753" actId="1076"/>
          <ac:picMkLst>
            <pc:docMk/>
            <pc:sldMk cId="1539871767" sldId="4818"/>
            <ac:picMk id="9" creationId="{76A4C41B-DEE9-E351-5080-BED8A4B69213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49:33.790" v="18758" actId="14100"/>
        <pc:sldMkLst>
          <pc:docMk/>
          <pc:sldMk cId="1859359781" sldId="4819"/>
        </pc:sldMkLst>
        <pc:spChg chg="del">
          <ac:chgData name="koduki" userId="224c7d37-80bf-46fe-b597-d93a7159eb77" providerId="ADAL" clId="{81108EB8-B1F4-409A-BEF2-C30324A915B3}" dt="2026-03-15T10:49:29.310" v="18755" actId="478"/>
          <ac:spMkLst>
            <pc:docMk/>
            <pc:sldMk cId="1859359781" sldId="4819"/>
            <ac:spMk id="2" creationId="{A20DD031-FCBB-941B-7431-95482D3091E3}"/>
          </ac:spMkLst>
        </pc:spChg>
        <pc:spChg chg="del">
          <ac:chgData name="koduki" userId="224c7d37-80bf-46fe-b597-d93a7159eb77" providerId="ADAL" clId="{81108EB8-B1F4-409A-BEF2-C30324A915B3}" dt="2026-03-15T10:49:29.310" v="18755" actId="478"/>
          <ac:spMkLst>
            <pc:docMk/>
            <pc:sldMk cId="1859359781" sldId="4819"/>
            <ac:spMk id="3" creationId="{DF0C4501-2DCC-D416-FAC5-9136837AE8E0}"/>
          </ac:spMkLst>
        </pc:spChg>
        <pc:picChg chg="add mod">
          <ac:chgData name="koduki" userId="224c7d37-80bf-46fe-b597-d93a7159eb77" providerId="ADAL" clId="{81108EB8-B1F4-409A-BEF2-C30324A915B3}" dt="2026-03-15T10:49:33.790" v="18758" actId="14100"/>
          <ac:picMkLst>
            <pc:docMk/>
            <pc:sldMk cId="1859359781" sldId="4819"/>
            <ac:picMk id="5" creationId="{1BEAFBFA-B85A-39BE-FF78-DFBDC7940276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50:12.056" v="18764" actId="1076"/>
        <pc:sldMkLst>
          <pc:docMk/>
          <pc:sldMk cId="2150571258" sldId="4820"/>
        </pc:sldMkLst>
        <pc:spChg chg="del">
          <ac:chgData name="koduki" userId="224c7d37-80bf-46fe-b597-d93a7159eb77" providerId="ADAL" clId="{81108EB8-B1F4-409A-BEF2-C30324A915B3}" dt="2026-03-15T10:50:03.905" v="18760" actId="478"/>
          <ac:spMkLst>
            <pc:docMk/>
            <pc:sldMk cId="2150571258" sldId="4820"/>
            <ac:spMk id="2" creationId="{F5268AE5-01C8-3A37-7EB3-56F1C83F7138}"/>
          </ac:spMkLst>
        </pc:spChg>
        <pc:spChg chg="del">
          <ac:chgData name="koduki" userId="224c7d37-80bf-46fe-b597-d93a7159eb77" providerId="ADAL" clId="{81108EB8-B1F4-409A-BEF2-C30324A915B3}" dt="2026-03-15T10:50:03.905" v="18760" actId="478"/>
          <ac:spMkLst>
            <pc:docMk/>
            <pc:sldMk cId="2150571258" sldId="4820"/>
            <ac:spMk id="3" creationId="{4052D3E7-F943-68C1-2B48-01D8F7E4A4F2}"/>
          </ac:spMkLst>
        </pc:spChg>
        <pc:picChg chg="add mod">
          <ac:chgData name="koduki" userId="224c7d37-80bf-46fe-b597-d93a7159eb77" providerId="ADAL" clId="{81108EB8-B1F4-409A-BEF2-C30324A915B3}" dt="2026-03-15T10:50:12.056" v="18764" actId="1076"/>
          <ac:picMkLst>
            <pc:docMk/>
            <pc:sldMk cId="2150571258" sldId="4820"/>
            <ac:picMk id="5" creationId="{7F4BA9E4-0AB1-5316-C139-E26B68DA90A8}"/>
          </ac:picMkLst>
        </pc:picChg>
      </pc:sldChg>
      <pc:sldChg chg="addSp delSp new mod">
        <pc:chgData name="koduki" userId="224c7d37-80bf-46fe-b597-d93a7159eb77" providerId="ADAL" clId="{81108EB8-B1F4-409A-BEF2-C30324A915B3}" dt="2026-03-15T10:55:24.250" v="18767" actId="22"/>
        <pc:sldMkLst>
          <pc:docMk/>
          <pc:sldMk cId="3784486774" sldId="4821"/>
        </pc:sldMkLst>
        <pc:spChg chg="del">
          <ac:chgData name="koduki" userId="224c7d37-80bf-46fe-b597-d93a7159eb77" providerId="ADAL" clId="{81108EB8-B1F4-409A-BEF2-C30324A915B3}" dt="2026-03-15T10:55:23.901" v="18766" actId="478"/>
          <ac:spMkLst>
            <pc:docMk/>
            <pc:sldMk cId="3784486774" sldId="4821"/>
            <ac:spMk id="2" creationId="{5F0E31F9-424D-DB06-0ED7-7D2D25100AF7}"/>
          </ac:spMkLst>
        </pc:spChg>
        <pc:spChg chg="del">
          <ac:chgData name="koduki" userId="224c7d37-80bf-46fe-b597-d93a7159eb77" providerId="ADAL" clId="{81108EB8-B1F4-409A-BEF2-C30324A915B3}" dt="2026-03-15T10:55:23.901" v="18766" actId="478"/>
          <ac:spMkLst>
            <pc:docMk/>
            <pc:sldMk cId="3784486774" sldId="4821"/>
            <ac:spMk id="3" creationId="{81549B95-0083-D935-80ED-804DD208DE97}"/>
          </ac:spMkLst>
        </pc:spChg>
        <pc:picChg chg="add">
          <ac:chgData name="koduki" userId="224c7d37-80bf-46fe-b597-d93a7159eb77" providerId="ADAL" clId="{81108EB8-B1F4-409A-BEF2-C30324A915B3}" dt="2026-03-15T10:55:24.250" v="18767" actId="22"/>
          <ac:picMkLst>
            <pc:docMk/>
            <pc:sldMk cId="3784486774" sldId="4821"/>
            <ac:picMk id="5" creationId="{8E1298E4-31C1-E30E-4843-46B798E8F8F0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57:46.889" v="18778" actId="26606"/>
        <pc:sldMkLst>
          <pc:docMk/>
          <pc:sldMk cId="3456562387" sldId="4822"/>
        </pc:sldMkLst>
        <pc:spChg chg="del">
          <ac:chgData name="koduki" userId="224c7d37-80bf-46fe-b597-d93a7159eb77" providerId="ADAL" clId="{81108EB8-B1F4-409A-BEF2-C30324A915B3}" dt="2026-03-15T10:57:22.087" v="18769" actId="478"/>
          <ac:spMkLst>
            <pc:docMk/>
            <pc:sldMk cId="3456562387" sldId="4822"/>
            <ac:spMk id="2" creationId="{B80E5830-2543-8A33-5714-B08272A40772}"/>
          </ac:spMkLst>
        </pc:spChg>
        <pc:spChg chg="del">
          <ac:chgData name="koduki" userId="224c7d37-80bf-46fe-b597-d93a7159eb77" providerId="ADAL" clId="{81108EB8-B1F4-409A-BEF2-C30324A915B3}" dt="2026-03-15T10:57:22.087" v="18769" actId="478"/>
          <ac:spMkLst>
            <pc:docMk/>
            <pc:sldMk cId="3456562387" sldId="4822"/>
            <ac:spMk id="3" creationId="{37F0A8EB-E89D-6A47-A09B-78AD51A017F1}"/>
          </ac:spMkLst>
        </pc:spChg>
        <pc:spChg chg="add">
          <ac:chgData name="koduki" userId="224c7d37-80bf-46fe-b597-d93a7159eb77" providerId="ADAL" clId="{81108EB8-B1F4-409A-BEF2-C30324A915B3}" dt="2026-03-15T10:57:46.889" v="18778" actId="26606"/>
          <ac:spMkLst>
            <pc:docMk/>
            <pc:sldMk cId="3456562387" sldId="4822"/>
            <ac:spMk id="10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57:46.889" v="18778" actId="26606"/>
          <ac:picMkLst>
            <pc:docMk/>
            <pc:sldMk cId="3456562387" sldId="4822"/>
            <ac:picMk id="5" creationId="{2718B34E-B13C-8CA4-7100-743425C440D0}"/>
          </ac:picMkLst>
        </pc:picChg>
      </pc:sldChg>
      <pc:sldChg chg="addSp delSp modSp new mod setBg">
        <pc:chgData name="koduki" userId="224c7d37-80bf-46fe-b597-d93a7159eb77" providerId="ADAL" clId="{81108EB8-B1F4-409A-BEF2-C30324A915B3}" dt="2026-03-15T10:57:44.467" v="18777" actId="26606"/>
        <pc:sldMkLst>
          <pc:docMk/>
          <pc:sldMk cId="2855912544" sldId="4823"/>
        </pc:sldMkLst>
        <pc:spChg chg="del">
          <ac:chgData name="koduki" userId="224c7d37-80bf-46fe-b597-d93a7159eb77" providerId="ADAL" clId="{81108EB8-B1F4-409A-BEF2-C30324A915B3}" dt="2026-03-15T10:57:41.940" v="18775" actId="478"/>
          <ac:spMkLst>
            <pc:docMk/>
            <pc:sldMk cId="2855912544" sldId="4823"/>
            <ac:spMk id="2" creationId="{417D3161-1F4F-A40B-91BD-A82F4D56020A}"/>
          </ac:spMkLst>
        </pc:spChg>
        <pc:spChg chg="del">
          <ac:chgData name="koduki" userId="224c7d37-80bf-46fe-b597-d93a7159eb77" providerId="ADAL" clId="{81108EB8-B1F4-409A-BEF2-C30324A915B3}" dt="2026-03-15T10:57:41.940" v="18775" actId="478"/>
          <ac:spMkLst>
            <pc:docMk/>
            <pc:sldMk cId="2855912544" sldId="4823"/>
            <ac:spMk id="3" creationId="{9ED053E3-52A3-439D-9DED-18EA8DB6906E}"/>
          </ac:spMkLst>
        </pc:spChg>
        <pc:spChg chg="add">
          <ac:chgData name="koduki" userId="224c7d37-80bf-46fe-b597-d93a7159eb77" providerId="ADAL" clId="{81108EB8-B1F4-409A-BEF2-C30324A915B3}" dt="2026-03-15T10:57:44.467" v="18777" actId="26606"/>
          <ac:spMkLst>
            <pc:docMk/>
            <pc:sldMk cId="2855912544" sldId="4823"/>
            <ac:spMk id="10" creationId="{42A4FC2C-047E-45A5-965D-8E1E3BF09BC6}"/>
          </ac:spMkLst>
        </pc:spChg>
        <pc:picChg chg="add mod">
          <ac:chgData name="koduki" userId="224c7d37-80bf-46fe-b597-d93a7159eb77" providerId="ADAL" clId="{81108EB8-B1F4-409A-BEF2-C30324A915B3}" dt="2026-03-15T10:57:44.467" v="18777" actId="26606"/>
          <ac:picMkLst>
            <pc:docMk/>
            <pc:sldMk cId="2855912544" sldId="4823"/>
            <ac:picMk id="5" creationId="{B85DEEDF-5E18-9A4F-C846-1D033BAFF4B0}"/>
          </ac:picMkLst>
        </pc:picChg>
      </pc:sldChg>
      <pc:sldChg chg="addSp delSp modSp new mod">
        <pc:chgData name="koduki" userId="224c7d37-80bf-46fe-b597-d93a7159eb77" providerId="ADAL" clId="{81108EB8-B1F4-409A-BEF2-C30324A915B3}" dt="2026-03-15T10:59:41.848" v="18849" actId="1076"/>
        <pc:sldMkLst>
          <pc:docMk/>
          <pc:sldMk cId="1580397272" sldId="4824"/>
        </pc:sldMkLst>
        <pc:spChg chg="del">
          <ac:chgData name="koduki" userId="224c7d37-80bf-46fe-b597-d93a7159eb77" providerId="ADAL" clId="{81108EB8-B1F4-409A-BEF2-C30324A915B3}" dt="2026-03-15T10:59:35.983" v="18845" actId="478"/>
          <ac:spMkLst>
            <pc:docMk/>
            <pc:sldMk cId="1580397272" sldId="4824"/>
            <ac:spMk id="2" creationId="{80E2D449-4F44-22D5-7C94-DDCAA0CED494}"/>
          </ac:spMkLst>
        </pc:spChg>
        <pc:spChg chg="del">
          <ac:chgData name="koduki" userId="224c7d37-80bf-46fe-b597-d93a7159eb77" providerId="ADAL" clId="{81108EB8-B1F4-409A-BEF2-C30324A915B3}" dt="2026-03-15T10:59:35.983" v="18845" actId="478"/>
          <ac:spMkLst>
            <pc:docMk/>
            <pc:sldMk cId="1580397272" sldId="4824"/>
            <ac:spMk id="3" creationId="{F3D463ED-B814-479F-F177-0A44061799FC}"/>
          </ac:spMkLst>
        </pc:spChg>
        <pc:picChg chg="add mod">
          <ac:chgData name="koduki" userId="224c7d37-80bf-46fe-b597-d93a7159eb77" providerId="ADAL" clId="{81108EB8-B1F4-409A-BEF2-C30324A915B3}" dt="2026-03-15T10:59:41.848" v="18849" actId="1076"/>
          <ac:picMkLst>
            <pc:docMk/>
            <pc:sldMk cId="1580397272" sldId="4824"/>
            <ac:picMk id="5" creationId="{165F413F-6ECB-5EEA-C930-39D3230E1D56}"/>
          </ac:picMkLst>
        </pc:picChg>
      </pc:sldChg>
      <pc:sldChg chg="addSp delSp new mod">
        <pc:chgData name="koduki" userId="224c7d37-80bf-46fe-b597-d93a7159eb77" providerId="ADAL" clId="{81108EB8-B1F4-409A-BEF2-C30324A915B3}" dt="2026-03-15T11:06:35.990" v="18852" actId="22"/>
        <pc:sldMkLst>
          <pc:docMk/>
          <pc:sldMk cId="2277314893" sldId="4825"/>
        </pc:sldMkLst>
        <pc:spChg chg="del">
          <ac:chgData name="koduki" userId="224c7d37-80bf-46fe-b597-d93a7159eb77" providerId="ADAL" clId="{81108EB8-B1F4-409A-BEF2-C30324A915B3}" dt="2026-03-15T11:06:35.717" v="18851" actId="478"/>
          <ac:spMkLst>
            <pc:docMk/>
            <pc:sldMk cId="2277314893" sldId="4825"/>
            <ac:spMk id="2" creationId="{EA4B2DFA-B113-3C5E-62C9-8D0F344419E7}"/>
          </ac:spMkLst>
        </pc:spChg>
        <pc:spChg chg="del">
          <ac:chgData name="koduki" userId="224c7d37-80bf-46fe-b597-d93a7159eb77" providerId="ADAL" clId="{81108EB8-B1F4-409A-BEF2-C30324A915B3}" dt="2026-03-15T11:06:35.717" v="18851" actId="478"/>
          <ac:spMkLst>
            <pc:docMk/>
            <pc:sldMk cId="2277314893" sldId="4825"/>
            <ac:spMk id="3" creationId="{51D846AA-F04B-AC23-26C1-11CE47E81349}"/>
          </ac:spMkLst>
        </pc:spChg>
        <pc:picChg chg="add">
          <ac:chgData name="koduki" userId="224c7d37-80bf-46fe-b597-d93a7159eb77" providerId="ADAL" clId="{81108EB8-B1F4-409A-BEF2-C30324A915B3}" dt="2026-03-15T11:06:35.990" v="18852" actId="22"/>
          <ac:picMkLst>
            <pc:docMk/>
            <pc:sldMk cId="2277314893" sldId="4825"/>
            <ac:picMk id="5" creationId="{F7F953D0-54AD-2587-3589-3A7F4EB603C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3FFE-1AAE-4D98-B7DA-A443435ADEB6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AC54B-B504-49AA-AAB3-83E231B911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95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AC54B-B504-49AA-AAB3-83E231B911E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59308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1054-C09A-49E2-BA71-C73FDEC86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97A95-2494-4768-9826-39D094884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963AE-3ECF-4236-AD6F-1D3C5680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4827-9E55-48E3-8E73-25AA5D59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01D5A-9096-43A1-9F30-99282A04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06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F459-A3D6-43E0-96BB-A734123AF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A39F-9611-474B-8B3A-8049F7650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B0347-8052-4881-9636-D65A1175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E928A-F727-4CE7-88E8-8823B225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94B39-4EBD-464A-904D-247141F3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0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E39B-3FF8-422C-85A3-24351950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15A30-7AFB-4FAD-8929-24AC28D80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8623-6E94-4860-84C2-4622934A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4B689-D3C6-461B-A1E9-F539AA7D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589E9-8AB0-41CF-9640-4B9B9D6B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9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6E76-596B-4683-85B7-7BD5AB01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CD6CB-4D76-4490-A6BB-0290B3F5E2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76F5-2C4F-42CA-A62F-F1FDFFED7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AABE-9245-434B-A24C-C2E3E53B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FD707-487E-40A2-9A3D-545021DF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A62A9-2A64-4525-96AF-4125405D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96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4E22-D116-41BD-AF45-BBF64B51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AD437-1F8D-44E0-A549-8B206B80E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33459-63B3-4020-A8D0-86434E227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8D7C4-8415-414F-90A4-B9144A12B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9377C-7A24-4749-B9CD-78B9D2F4F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066E7-0016-41CF-B236-3942BCDA2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FBC1B-02F5-4FA0-913E-4DDFF79A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E04B3-4A72-42C9-985B-BCB00A04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04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548F-E9A1-40C6-8443-18ABBC3E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58BE0-1844-46EA-ACC5-EDD0F47F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E7DB8-77E5-4336-AF37-63EC1389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85877-FD2D-4914-A401-3F7CB063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68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13BAC-F2A3-4D93-A8F1-D4B3D924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9957C1-2A86-4AEC-8C3A-C875BBC2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F64E8-0213-4C11-B600-3BDA6B1D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39A4-96AB-48FF-BE7C-E86AC242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6D7A-C1DC-47DA-9544-A11F02611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2AC7A-1A36-4D9D-8C3D-38916E58B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A794B-2187-4440-B5F2-7023F8CB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6D387-05B7-4583-9490-4CE99E53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C606-2A39-4120-AE73-81312828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38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5DFD-B5BF-4BC4-B535-BD26D7A4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5698D-47A9-4ED7-BBA5-F1B91A34E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C9A5D-5879-4093-9D79-64ADEDED2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98220-3766-4B5C-8F77-C62E431B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EE31C-DEC0-4EA9-84AD-059001C5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86D2D-8DCC-4740-8960-50E48CAA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28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F324-DE0E-4A82-9BD3-F0FFD365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CADA9-B220-4134-B4F3-CEFB2515A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78B34-6284-4958-8C40-6AD7FC2C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27D2B-A4BE-4566-B7D9-7999A4A3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5B4E9-AFD1-4F90-A66F-001807E6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089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0218A-D0FD-439E-96B9-94714D347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A4D80-9467-4161-9450-FEABFB95A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59BB6-F206-4E57-8840-B64B6FA3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98F7-4970-4058-B8B8-093A9DDC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1729-7F5B-4D61-ADCB-5F072D90A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0050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708F6-FD39-411F-B482-08BF750A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87D6A-1ACC-4795-ABA0-01315FE19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335F1-0975-4FB3-AF8B-30648849C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A548D-B44B-407D-B4A1-42D180C60399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9835-C376-400A-9086-A07237DB5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37F45-626A-443E-86CF-3A041B480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9B7C5-1308-4CE2-B5B0-40DA85BE54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60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AE4CCB-3800-4976-A522-F7E5BFCC042E}"/>
              </a:ext>
            </a:extLst>
          </p:cNvPr>
          <p:cNvSpPr txBox="1"/>
          <p:nvPr/>
        </p:nvSpPr>
        <p:spPr>
          <a:xfrm>
            <a:off x="879362" y="3257517"/>
            <a:ext cx="2380780" cy="221599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sz="13800" dirty="0"/>
              <a:t>15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ACE766-94F6-4D28-9C12-FC849334C7BE}"/>
              </a:ext>
            </a:extLst>
          </p:cNvPr>
          <p:cNvSpPr/>
          <p:nvPr/>
        </p:nvSpPr>
        <p:spPr>
          <a:xfrm>
            <a:off x="607839" y="2069907"/>
            <a:ext cx="3457085" cy="633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/>
              <a:t>2026</a:t>
            </a:r>
            <a:r>
              <a:rPr kumimoji="1" lang="ja-JP" altLang="en-US" sz="2800" dirty="0"/>
              <a:t>年</a:t>
            </a:r>
            <a:endParaRPr kumimoji="1" lang="ja-JP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92AAF-18AE-448D-87E2-4840923AAE36}"/>
              </a:ext>
            </a:extLst>
          </p:cNvPr>
          <p:cNvSpPr/>
          <p:nvPr/>
        </p:nvSpPr>
        <p:spPr>
          <a:xfrm>
            <a:off x="607839" y="2069908"/>
            <a:ext cx="3457085" cy="3038272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C63BE1-6D47-4E59-8473-62AB70713848}"/>
              </a:ext>
            </a:extLst>
          </p:cNvPr>
          <p:cNvSpPr/>
          <p:nvPr/>
        </p:nvSpPr>
        <p:spPr>
          <a:xfrm>
            <a:off x="2232877" y="2703519"/>
            <a:ext cx="1890261" cy="110799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en-US" altLang="ja-JP" sz="6600" dirty="0"/>
              <a:t>03</a:t>
            </a:r>
            <a:r>
              <a:rPr lang="ja-JP" altLang="en-US" sz="6600" dirty="0"/>
              <a:t>月</a:t>
            </a:r>
            <a:endParaRPr lang="ja-JP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E2A94-02F0-427E-B69F-25AB6F274969}"/>
              </a:ext>
            </a:extLst>
          </p:cNvPr>
          <p:cNvSpPr txBox="1"/>
          <p:nvPr/>
        </p:nvSpPr>
        <p:spPr>
          <a:xfrm>
            <a:off x="0" y="99660"/>
            <a:ext cx="106604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r>
              <a:rPr lang="ja-JP" altLang="en-US" sz="9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9600" b="1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ja-JP" altLang="en-US" sz="9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9600" b="1" dirty="0">
                <a:latin typeface="Arial" panose="020B0604020202020204" pitchFamily="34" charset="0"/>
                <a:cs typeface="Arial" panose="020B0604020202020204" pitchFamily="34" charset="0"/>
              </a:rPr>
              <a:t>News</a:t>
            </a:r>
            <a:r>
              <a:rPr lang="ja-JP" altLang="en-US" sz="9600" b="1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  <a:endParaRPr kumimoji="1" lang="ja-JP" altLang="en-US" sz="9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ACFBCC7F-63F5-43FC-BF17-AAC513B4F5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207" y="117251"/>
            <a:ext cx="1552069" cy="15520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34256" y="1901952"/>
            <a:ext cx="676656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BE0000"/>
                </a:solidFill>
                <a:latin typeface="Yu Gothic"/>
              </a:rPr>
              <a:t>今週のトピック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962656"/>
            <a:ext cx="735177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Yu Gothic"/>
              </a:rPr>
              <a:t>・そろそろGTC 2026なので予習をしよう</a:t>
            </a:r>
          </a:p>
        </p:txBody>
      </p:sp>
    </p:spTree>
    <p:extLst>
      <p:ext uri="{BB962C8B-B14F-4D97-AF65-F5344CB8AC3E}">
        <p14:creationId xmlns:p14="http://schemas.microsoft.com/office/powerpoint/2010/main" val="34204674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今週のトピック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1045952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9224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6969"/>
                </a:solidFill>
                <a:latin typeface="Yu Gothic"/>
              </a:defRPr>
            </a:pPr>
            <a:r>
              <a:t>Weekly IT News！  •  レイアウト見本（実際の内容に差し替え）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08760"/>
            <a:ext cx="105156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0">
                <a:solidFill>
                  <a:srgbClr val="1C1C1C"/>
                </a:solidFill>
                <a:latin typeface="Yu Gothic"/>
              </a:defRPr>
            </a:pPr>
            <a:r>
              <a:t>・ニュースA：今週のトピックを簡潔に書く</a:t>
            </a:r>
          </a:p>
          <a:p>
            <a:pPr>
              <a:spcAft>
                <a:spcPts val="700"/>
              </a:spcAft>
              <a:defRPr sz="2700" b="0">
                <a:solidFill>
                  <a:srgbClr val="1C1C1C"/>
                </a:solidFill>
                <a:latin typeface="Yu Gothic"/>
              </a:defRPr>
            </a:pPr>
            <a:r>
              <a:t>・ニュースB：長いタイトルは必要に応じ改行</a:t>
            </a:r>
          </a:p>
          <a:p>
            <a:pPr>
              <a:spcAft>
                <a:spcPts val="700"/>
              </a:spcAft>
              <a:defRPr sz="2700" b="0">
                <a:solidFill>
                  <a:srgbClr val="1C1C1C"/>
                </a:solidFill>
                <a:latin typeface="Yu Gothic"/>
              </a:defRPr>
            </a:pPr>
            <a:r>
              <a:t>・ニュースC：ニュースは週により増減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ニュースの紹介タイトル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1045952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9224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6969"/>
                </a:solidFill>
                <a:latin typeface="Yu Gothic"/>
              </a:defRPr>
            </a:pPr>
            <a:r>
              <a:t>Weekly IT News！  •  レイアウト見本（実際の内容に差し替え）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4173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C1C1C"/>
                </a:solidFill>
                <a:latin typeface="Yu Gothic"/>
              </a:defRPr>
            </a:pPr>
            <a:r>
              <a:t>何が起きたかを最初に説明する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2212848"/>
            <a:ext cx="10515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C1C1C"/>
                </a:solidFill>
                <a:latin typeface="Yu Gothic"/>
              </a:defRPr>
            </a:pPr>
            <a:r>
              <a:t>・結論：ここに事実として確認できた内容</a:t>
            </a:r>
          </a:p>
          <a:p>
            <a:pPr>
              <a:spcAft>
                <a:spcPts val="700"/>
              </a:spcAft>
              <a:defRPr sz="2300" b="0">
                <a:solidFill>
                  <a:srgbClr val="1C1C1C"/>
                </a:solidFill>
                <a:latin typeface="Yu Gothic"/>
              </a:defRPr>
            </a:pPr>
            <a:r>
              <a:t>・技術的背景：どうして重要なのか</a:t>
            </a:r>
          </a:p>
          <a:p>
            <a:pPr>
              <a:spcAft>
                <a:spcPts val="700"/>
              </a:spcAft>
              <a:defRPr sz="2300" b="0">
                <a:solidFill>
                  <a:srgbClr val="1C1C1C"/>
                </a:solidFill>
                <a:latin typeface="Yu Gothic"/>
              </a:defRPr>
            </a:pPr>
            <a:r>
              <a:t>・発表者の評価：事実とは明確に分ける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96969"/>
                </a:solidFill>
                <a:latin typeface="Yu Gothic"/>
              </a:defRPr>
            </a:pPr>
            <a:r>
              <a:t>出典：実際の一次ソースURL / 発表日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公式資料・報道写真・記事画面の実画像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1045952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9224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6969"/>
                </a:solidFill>
                <a:latin typeface="Yu Gothic"/>
              </a:defRPr>
            </a:pPr>
            <a:r>
              <a:t>Weekly IT News！  •  レイアウト見本（実際の内容に差し替え）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80160"/>
            <a:ext cx="10735056" cy="438912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035808"/>
            <a:ext cx="9418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400" b="0">
                <a:solidFill>
                  <a:srgbClr val="696969"/>
                </a:solidFill>
                <a:latin typeface="Yu Gothic"/>
              </a:defRPr>
            </a:pPr>
            <a:r>
              <a:t>画像プレースホルダー</a:t>
            </a:r>
          </a:p>
          <a:p>
            <a:pPr algn="ctr">
              <a:spcAft>
                <a:spcPts val="700"/>
              </a:spcAft>
              <a:defRPr sz="2400" b="0">
                <a:solidFill>
                  <a:srgbClr val="696969"/>
                </a:solidFill>
                <a:latin typeface="Yu Gothic"/>
              </a:defRPr>
            </a:pPr>
            <a:r>
              <a:t>（実際のニュース画像やキャプチャだけを差し込む）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C1C1C"/>
                </a:solidFill>
                <a:latin typeface="Yu Gothic"/>
              </a:defRPr>
            </a:pPr>
            <a:r>
              <a:t>この画像が裏付けること・見るべき箇所を一文で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3620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96969"/>
                </a:solidFill>
                <a:latin typeface="Yu Gothic"/>
              </a:defRPr>
            </a:pPr>
            <a:r>
              <a:t>画像出典URL・提供元・画像作成者・撮影日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技術解説：編集可能な模式図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1045952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9224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6969"/>
                </a:solidFill>
                <a:latin typeface="Yu Gothic"/>
              </a:defRPr>
            </a:pPr>
            <a:r>
              <a:t>Weekly IT News！  •  レイアウト見本（実際の内容に差し替え）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16736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C1C1C"/>
                </a:solidFill>
                <a:latin typeface="Yu Gothic"/>
              </a:defRPr>
            </a:pPr>
            <a:r>
              <a:t>図はネイティブ図形で作成し、入力から結果の意味を明示する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2834640" cy="1170432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C1C1C"/>
                </a:solidFill>
                <a:latin typeface="Yu Gothic"/>
              </a:defRPr>
            </a:pPr>
            <a:r>
              <a:t>入力 / 起点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788920"/>
            <a:ext cx="2834640" cy="1170432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3154680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C1C1C"/>
                </a:solidFill>
                <a:latin typeface="Yu Gothic"/>
              </a:defRPr>
            </a:pPr>
            <a:r>
              <a:t>処理 / 技術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788920"/>
            <a:ext cx="2834640" cy="1170432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154680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C1C1C"/>
                </a:solidFill>
                <a:latin typeface="Yu Gothic"/>
              </a:defRPr>
            </a:pPr>
            <a:r>
              <a:t>結果 / 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302666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302666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94360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96969"/>
                </a:solidFill>
                <a:latin typeface="Yu Gothic"/>
              </a:defRPr>
            </a:pPr>
            <a:r>
              <a:t>根拠となる技術資料URL、仮定、図の適用範囲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仕様・方式・性能の比較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1045952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9224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6969"/>
                </a:solidFill>
                <a:latin typeface="Yu Gothic"/>
              </a:defRPr>
            </a:pPr>
            <a:r>
              <a:t>Weekly IT News！  •  レイアウト見本（実際の内容に差し替え）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106070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C1C1C"/>
                </a:solidFill>
                <a:latin typeface="Yu Gothic"/>
              </a:defRPr>
            </a:pPr>
            <a:r>
              <a:t>比較条件・測定条件が異なる値を直接優劣として扱わない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84248"/>
          <a:ext cx="10698478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749039"/>
                <a:gridCol w="3749039"/>
              </a:tblGrid>
              <a:tr h="772668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C00000"/>
                          </a:solidFill>
                          <a:latin typeface="Yu Gothic"/>
                        </a:defRPr>
                      </a:pPr>
                      <a:r>
                        <a:t>比較観点</a:t>
                      </a:r>
                    </a:p>
                  </a:txBody>
                  <a:tcPr marL="146304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C00000"/>
                          </a:solidFill>
                          <a:latin typeface="Yu Gothic"/>
                        </a:defRPr>
                      </a:pPr>
                      <a:r>
                        <a:t>A方式</a:t>
                      </a:r>
                    </a:p>
                  </a:txBody>
                  <a:tcPr marL="146304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C00000"/>
                          </a:solidFill>
                          <a:latin typeface="Yu Gothic"/>
                        </a:defRPr>
                      </a:pPr>
                      <a:r>
                        <a:t>B方式</a:t>
                      </a:r>
                    </a:p>
                  </a:txBody>
                  <a:tcPr marL="146304">
                    <a:solidFill>
                      <a:srgbClr val="F1F2F4"/>
                    </a:solidFill>
                  </a:tcPr>
                </a:tc>
              </a:tr>
              <a:tr h="7726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目的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比較対象A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比較対象B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</a:tr>
              <a:tr h="7726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条件・根拠を記載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条件・根拠を記載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</a:tr>
              <a:tr h="7726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制約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測定環境・制限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C1C1C"/>
                          </a:solidFill>
                          <a:latin typeface="Yu Gothic"/>
                        </a:defRPr>
                      </a:pPr>
                      <a:r>
                        <a:t>測定環境・制限</a:t>
                      </a:r>
                    </a:p>
                  </a:txBody>
                  <a:tcPr marL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" y="5678424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96969"/>
                </a:solidFill>
                <a:latin typeface="Yu Gothic"/>
              </a:defRPr>
            </a:pPr>
            <a:r>
              <a:t>出典・比較条件・単位（実際に使用した値について必須）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C00000"/>
                </a:solidFill>
                <a:latin typeface="Yu Gothic"/>
              </a:defRPr>
            </a:pPr>
            <a:r>
              <a:t>根拠画像の比較：AとB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1045952" cy="292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9224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96969"/>
                </a:solidFill>
                <a:latin typeface="Yu Gothic"/>
              </a:defRPr>
            </a:pPr>
            <a:r>
              <a:t>Weekly IT News！  •  レイアウト見本（実際の内容に差し替え）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276088" cy="406908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5276088" cy="406908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358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300" b="0">
                <a:solidFill>
                  <a:srgbClr val="696969"/>
                </a:solidFill>
                <a:latin typeface="Yu Gothic"/>
              </a:defRPr>
            </a:pPr>
            <a:r>
              <a:t>実際の画像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0358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2300" b="0">
                <a:solidFill>
                  <a:srgbClr val="696969"/>
                </a:solidFill>
                <a:latin typeface="Yu Gothic"/>
              </a:defRPr>
            </a:pPr>
            <a:r>
              <a:t>実際の画像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04688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1C1C"/>
                </a:solidFill>
                <a:latin typeface="Yu Gothic"/>
              </a:defRPr>
            </a:pPr>
            <a:r>
              <a:t>Aの説明と出典URL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5504688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1C1C"/>
                </a:solidFill>
                <a:latin typeface="Yu Gothic"/>
              </a:defRPr>
            </a:pPr>
            <a:r>
              <a:t>Bの説明と出典URL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Noto Sans CJK JP Light"/>
        <a:ea typeface="Noto Sans CJK JP Light"/>
        <a:cs typeface=""/>
      </a:majorFont>
      <a:minorFont>
        <a:latin typeface="Noto Sans CJK JP Light"/>
        <a:ea typeface="Noto Sans CJK JP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33C2428CF3C748A168279D7D5F572F" ma:contentTypeVersion="13" ma:contentTypeDescription="Create a new document." ma:contentTypeScope="" ma:versionID="820de0148b10ca8ddbdada93a8acfb75">
  <xsd:schema xmlns:xsd="http://www.w3.org/2001/XMLSchema" xmlns:xs="http://www.w3.org/2001/XMLSchema" xmlns:p="http://schemas.microsoft.com/office/2006/metadata/properties" xmlns:ns3="22198d8e-ba44-4c0a-adf9-6df7e80845ef" xmlns:ns4="bb1247fa-8ce5-4493-9b66-cc3bdd173246" targetNamespace="http://schemas.microsoft.com/office/2006/metadata/properties" ma:root="true" ma:fieldsID="4f052d76f861d92b69cd61c836ab31bf" ns3:_="" ns4:_="">
    <xsd:import namespace="22198d8e-ba44-4c0a-adf9-6df7e80845ef"/>
    <xsd:import namespace="bb1247fa-8ce5-4493-9b66-cc3bdd1732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98d8e-ba44-4c0a-adf9-6df7e80845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247fa-8ce5-4493-9b66-cc3bdd17324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2BF19F-A865-4DE7-9551-D93A24C913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9C3E73-7269-4983-9ADB-5F5FB12AEDE2}">
  <ds:schemaRefs>
    <ds:schemaRef ds:uri="http://purl.org/dc/dcmitype/"/>
    <ds:schemaRef ds:uri="http://schemas.microsoft.com/office/2006/metadata/properties"/>
    <ds:schemaRef ds:uri="22198d8e-ba44-4c0a-adf9-6df7e80845ef"/>
    <ds:schemaRef ds:uri="http://schemas.microsoft.com/office/2006/documentManagement/types"/>
    <ds:schemaRef ds:uri="http://www.w3.org/XML/1998/namespace"/>
    <ds:schemaRef ds:uri="http://purl.org/dc/elements/1.1/"/>
    <ds:schemaRef ds:uri="bb1247fa-8ce5-4493-9b66-cc3bdd173246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42DCCA7-9FF0-40F0-B0DC-79EA5E5E3630}">
  <ds:schemaRefs>
    <ds:schemaRef ds:uri="22198d8e-ba44-4c0a-adf9-6df7e80845ef"/>
    <ds:schemaRef ds:uri="bb1247fa-8ce5-4493-9b66-cc3bdd17324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22214</TotalTime>
  <Words>52</Words>
  <Application>Microsoft Office PowerPoint</Application>
  <PresentationFormat>ワイド画面</PresentationFormat>
  <Paragraphs>10</Paragraphs>
  <Slides>31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7" baseType="lpstr">
      <vt:lpstr>Noto Sans CJK JP Light</vt:lpstr>
      <vt:lpstr>UD Digi Kyokasho NP-B</vt:lpstr>
      <vt:lpstr>ui-sans-serif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koduki</dc:creator>
  <cp:lastModifiedBy>koduki</cp:lastModifiedBy>
  <cp:revision>821</cp:revision>
  <dcterms:created xsi:type="dcterms:W3CDTF">2021-01-31T08:16:53Z</dcterms:created>
  <dcterms:modified xsi:type="dcterms:W3CDTF">2026-03-15T11:06:37Z</dcterms:modified>
</cp:coreProperties>
</file>